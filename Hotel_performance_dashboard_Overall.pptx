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9144000" cy="5143500" type="screen16x9"/>
  <p:notesSz cx="9144000" cy="5143500"/>
  <p:embeddedFontLst>
    <p:embeddedFont>
      <p:font typeface="Open Sans" panose="020F0502020204030204" pitchFamily="34" charset="0"/>
      <p:regular r:id="rId10"/>
      <p:bold r:id="rId11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634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p14="http://schemas.microsoft.com/office/powerpoint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val="1718966774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a16="http://schemas.microsoft.com/office/drawing/2010/main"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="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 dirty="0"/>
              <a:t>Hotel performance dashboard Overall</a:t>
            </a:r>
          </a:p>
        </p:txBody>
      </p:sp>
      <p:sp>
        <p:nvSpPr>
          <p:cNvPr id="3" name="Subtitle 2">
            <a:extLst>
              <a:ext uri="{A975BD97-5BD0-407E-8D4B-7F7F528A48E6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8ACB6E22-5A27-4D90-8FAF-B5613D76E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4" name="TextBox 3">
            <a:extLst>
              <a:ext uri="{B0C78EFF-85D5-4987-80F3-21AFBB5BFC5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sp>
        <p:nvSpPr>
          <p:cNvPr id="5" name="TextBox 4">
            <a:extLst>
              <a:ext uri="{F543EC47-F47C-414E-A145-0CD173F554D2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sp>
        <p:nvSpPr>
          <p:cNvPr id="6" name="TextBox 5">
            <a:extLst>
              <a:ext uri="{7F2864BD-7764-4705-8415-4DAF4A0840A5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sp>
        <p:nvSpPr>
          <p:cNvPr id="7" name="TextBox 6">
            <a:extLst>
              <a:ext uri="{3280BF80-F3B9-4BCD-BAFA-5C646E0BE5C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sp>
        <p:nvSpPr>
          <p:cNvPr id="8" name="TextBox 7">
            <a:extLst>
              <a:ext uri="{5EBC64E8-9453-49EC-AB4E-2EE48826FD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sp>
        <p:nvSpPr>
          <p:cNvPr id="9" name="TextBox 8">
            <a:extLst>
              <a:ext uri="{87D5AA0A-9576-48AC-8996-9AD2A0952436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lang="en-US" dirty="0"/>
          </a:p>
        </p:txBody>
      </p:sp>
      <p:pic>
        <p:nvPicPr>
          <p:cNvPr id="10" name="Picture 9">
            <a:extLst>
              <a:ext uri="{A2B5FDAD-ADEC-4812-8191-3E5AF8FE28B3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vt="http://schemas.openxmlformats.org/officeDocument/2006/docPropsVTypes" xmlns:p14="http://schemas.microsoft.com/office/powerpoint/2010/main" xmlns:ns1="http://schemas.openxmlformats.org/officeDocument/2006/extended-properties" xmlns:cs="http://schemas.microsoft.com/office/drawing/2012/chartStyle" xmlns:c="http://schemas.openxmlformats.org/drawingml/2006/chart" xmlns="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Monthly Revenue Trend</a:t>
            </a:r>
            <a:endParaRPr lang="en-US" dirty="0"/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pPr>
              <a:defRPr lang="en-US" sz="1400" dirty="0"/>
            </a:pPr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vt="http://schemas.openxmlformats.org/officeDocument/2006/docPropsVTypes" xmlns:p14="http://schemas.microsoft.com/office/powerpoint/2010/main" xmlns:ns1="http://schemas.openxmlformats.org/officeDocument/2006/extended-properties" xmlns:cs="http://schemas.microsoft.com/office/drawing/2012/chartStyle" xmlns:c="http://schemas.openxmlformats.org/drawingml/2006/chart" xmlns="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Market Segment Cancellation Analysis</a:t>
            </a:r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booking volume comparison</a:t>
            </a:r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Hotel cancellation analysis</a:t>
            </a:r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Market Segment Cancellation Analysis</a:t>
            </a:r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Overall Global Bookings</a:t>
            </a:r>
          </a:p>
        </p:txBody>
      </p:sp>
      <p:pic>
        <p:nvPicPr>
          <p:cNvPr id="4" name="Picture 3">
            <a:extLst>
              <a:ext uri="{125A30E2-C730-4D2A-B3E8-7D9684D14EE0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vt="http://schemas.openxmlformats.org/officeDocument/2006/docPropsVTypes" xmlns:ns1="http://schemas.openxmlformats.org/officeDocument/2006/extended-properties" xmlns:cs="http://schemas.microsoft.com/office/drawing/2012/chartStyle" xmlns:c="http://schemas.openxmlformats.org/drawingml/2006/chart" xmlns:a16="http://schemas.microsoft.com/office/drawing/2010/main" xmlns="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lIns="95250" tIns="47625" rIns="95250" bIns="47625" rtlCol="0" anchor="t">
            <a:spAutoFit/>
          </a:bodyPr>
          <a:lstStyle/>
          <a:p>
            <a:r>
              <a:rPr lang="en-US" sz="700" b="0" dirty="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38</Words>
  <Application>Microsoft Office PowerPoint</Application>
  <PresentationFormat>On-screen Show (16:9)</PresentationFormat>
  <Paragraphs>14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Open Sans (Headings)</vt:lpstr>
      <vt:lpstr>Open Sans</vt:lpstr>
      <vt:lpstr>Arial</vt:lpstr>
      <vt:lpstr>Whitepaper</vt:lpstr>
      <vt:lpstr>Hotel performance dashboard Overall</vt:lpstr>
      <vt:lpstr>Monthly Revenue Trend</vt:lpstr>
      <vt:lpstr>Market Segment Cancellation Analysis</vt:lpstr>
      <vt:lpstr>booking volume comparison</vt:lpstr>
      <vt:lpstr>Hotel cancellation analysis</vt:lpstr>
      <vt:lpstr>Market Segment Cancellation Analysis</vt:lpstr>
      <vt:lpstr>Overall Global Bookings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cp:lastModifiedBy>Arun Kumar</cp:lastModifiedBy>
  <cp:revision>5</cp:revision>
  <dcterms:created xsi:type="dcterms:W3CDTF">2024-05-08T21:44:28Z</dcterms:created>
  <dcterms:modified xsi:type="dcterms:W3CDTF">2026-02-19T05:43:22Z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